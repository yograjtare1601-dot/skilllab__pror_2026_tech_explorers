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Rubik One" charset="1" panose="02000604000000020004"/>
      <p:regular r:id="rId11"/>
    </p:embeddedFont>
    <p:embeddedFont>
      <p:font typeface="Garet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.pn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" y="538249"/>
            <a:ext cx="18288000" cy="9210502"/>
          </a:xfrm>
          <a:custGeom>
            <a:avLst/>
            <a:gdLst/>
            <a:ahLst/>
            <a:cxnLst/>
            <a:rect r="r" b="b" t="t" l="l"/>
            <a:pathLst>
              <a:path h="9210502" w="18288000">
                <a:moveTo>
                  <a:pt x="0" y="0"/>
                </a:moveTo>
                <a:lnTo>
                  <a:pt x="18288000" y="0"/>
                </a:lnTo>
                <a:lnTo>
                  <a:pt x="18288000" y="9210502"/>
                </a:lnTo>
                <a:lnTo>
                  <a:pt x="0" y="9210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7259300" cy="806934"/>
            <a:chOff x="0" y="0"/>
            <a:chExt cx="14520967" cy="6789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520966" cy="678907"/>
            </a:xfrm>
            <a:custGeom>
              <a:avLst/>
              <a:gdLst/>
              <a:ahLst/>
              <a:cxnLst/>
              <a:rect r="r" b="b" t="t" l="l"/>
              <a:pathLst>
                <a:path h="678907" w="14520966">
                  <a:moveTo>
                    <a:pt x="0" y="0"/>
                  </a:moveTo>
                  <a:lnTo>
                    <a:pt x="13986328" y="0"/>
                  </a:lnTo>
                  <a:cubicBezTo>
                    <a:pt x="14426036" y="0"/>
                    <a:pt x="14520966" y="151979"/>
                    <a:pt x="14520966" y="339454"/>
                  </a:cubicBezTo>
                  <a:cubicBezTo>
                    <a:pt x="14520966" y="526929"/>
                    <a:pt x="14426036" y="678907"/>
                    <a:pt x="13986328" y="678907"/>
                  </a:cubicBezTo>
                  <a:lnTo>
                    <a:pt x="0" y="6789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4E3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5400" y="-38100"/>
              <a:ext cx="14292367" cy="71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2585668" y="9480066"/>
            <a:ext cx="17259300" cy="806934"/>
            <a:chOff x="0" y="0"/>
            <a:chExt cx="14520967" cy="6789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20966" cy="678907"/>
            </a:xfrm>
            <a:custGeom>
              <a:avLst/>
              <a:gdLst/>
              <a:ahLst/>
              <a:cxnLst/>
              <a:rect r="r" b="b" t="t" l="l"/>
              <a:pathLst>
                <a:path h="678907" w="14520966">
                  <a:moveTo>
                    <a:pt x="0" y="0"/>
                  </a:moveTo>
                  <a:lnTo>
                    <a:pt x="13986328" y="0"/>
                  </a:lnTo>
                  <a:cubicBezTo>
                    <a:pt x="14426036" y="0"/>
                    <a:pt x="14520966" y="151979"/>
                    <a:pt x="14520966" y="339454"/>
                  </a:cubicBezTo>
                  <a:cubicBezTo>
                    <a:pt x="14520966" y="526929"/>
                    <a:pt x="14426036" y="678907"/>
                    <a:pt x="13986328" y="678907"/>
                  </a:cubicBezTo>
                  <a:lnTo>
                    <a:pt x="0" y="6789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4E3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25400" y="-38100"/>
              <a:ext cx="14292367" cy="71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4137959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7736184"/>
            <a:ext cx="7315200" cy="2550816"/>
          </a:xfrm>
          <a:custGeom>
            <a:avLst/>
            <a:gdLst/>
            <a:ahLst/>
            <a:cxnLst/>
            <a:rect r="r" b="b" t="t" l="l"/>
            <a:pathLst>
              <a:path h="2550816" w="7315200">
                <a:moveTo>
                  <a:pt x="0" y="0"/>
                </a:moveTo>
                <a:lnTo>
                  <a:pt x="7315200" y="0"/>
                </a:lnTo>
                <a:lnTo>
                  <a:pt x="7315200" y="2550816"/>
                </a:lnTo>
                <a:lnTo>
                  <a:pt x="0" y="25508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3464606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1088818" y="0"/>
            <a:ext cx="7315200" cy="2550816"/>
          </a:xfrm>
          <a:custGeom>
            <a:avLst/>
            <a:gdLst/>
            <a:ahLst/>
            <a:cxnLst/>
            <a:rect r="r" b="b" t="t" l="l"/>
            <a:pathLst>
              <a:path h="2550816" w="7315200">
                <a:moveTo>
                  <a:pt x="7315200" y="2550816"/>
                </a:moveTo>
                <a:lnTo>
                  <a:pt x="0" y="25508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255081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597280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202785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808290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951965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557470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62975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51415" y="904875"/>
            <a:ext cx="15148423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</a:rPr>
              <a:t>MEMORY MATRIX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11768" y="2809547"/>
            <a:ext cx="731397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Presented by Group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29347" y="4512566"/>
            <a:ext cx="10392557" cy="473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5"/>
              </a:lnSpc>
            </a:pPr>
            <a:r>
              <a:rPr lang="en-US" sz="3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Group members :</a:t>
            </a:r>
          </a:p>
          <a:p>
            <a:pPr algn="l">
              <a:lnSpc>
                <a:spcPts val="6495"/>
              </a:lnSpc>
            </a:pPr>
            <a:r>
              <a:rPr lang="en-US" sz="3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Yograj Tare - 58</a:t>
            </a:r>
          </a:p>
          <a:p>
            <a:pPr algn="l">
              <a:lnSpc>
                <a:spcPts val="6495"/>
              </a:lnSpc>
            </a:pPr>
            <a:r>
              <a:rPr lang="en-US" sz="3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Vitthalrao Zende - 68</a:t>
            </a:r>
          </a:p>
          <a:p>
            <a:pPr algn="l">
              <a:lnSpc>
                <a:spcPts val="6495"/>
              </a:lnSpc>
            </a:pPr>
            <a:r>
              <a:rPr lang="en-US" sz="3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Divyesh Rawat - 43</a:t>
            </a:r>
          </a:p>
          <a:p>
            <a:pPr algn="l">
              <a:lnSpc>
                <a:spcPts val="6495"/>
              </a:lnSpc>
            </a:pPr>
            <a:r>
              <a:rPr lang="en-US" sz="3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Pranjal Saha - 44</a:t>
            </a:r>
          </a:p>
          <a:p>
            <a:pPr algn="l">
              <a:lnSpc>
                <a:spcPts val="5683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736184"/>
            <a:ext cx="7315200" cy="2550816"/>
          </a:xfrm>
          <a:custGeom>
            <a:avLst/>
            <a:gdLst/>
            <a:ahLst/>
            <a:cxnLst/>
            <a:rect r="r" b="b" t="t" l="l"/>
            <a:pathLst>
              <a:path h="2550816" w="7315200">
                <a:moveTo>
                  <a:pt x="0" y="0"/>
                </a:moveTo>
                <a:lnTo>
                  <a:pt x="7315200" y="0"/>
                </a:lnTo>
                <a:lnTo>
                  <a:pt x="7315200" y="2550816"/>
                </a:lnTo>
                <a:lnTo>
                  <a:pt x="0" y="25508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08290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202785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597280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62975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557470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951965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1088818" y="0"/>
            <a:ext cx="7315200" cy="2550816"/>
          </a:xfrm>
          <a:custGeom>
            <a:avLst/>
            <a:gdLst/>
            <a:ahLst/>
            <a:cxnLst/>
            <a:rect r="r" b="b" t="t" l="l"/>
            <a:pathLst>
              <a:path h="2550816" w="7315200">
                <a:moveTo>
                  <a:pt x="7315200" y="2550816"/>
                </a:moveTo>
                <a:lnTo>
                  <a:pt x="0" y="25508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2550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59245" y="1383405"/>
            <a:ext cx="390858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</a:rPr>
              <a:t>MOTIVATION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25475"/>
            <a:ext cx="10448117" cy="575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7797" indent="-238898" lvl="1">
              <a:lnSpc>
                <a:spcPts val="4204"/>
              </a:lnSpc>
              <a:buFont typeface="Arial"/>
              <a:buChar char="•"/>
            </a:pPr>
            <a:r>
              <a:rPr lang="en-US" sz="22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understand basic microcontroller programming and GPIO control</a:t>
            </a:r>
          </a:p>
          <a:p>
            <a:pPr algn="l" marL="477797" indent="-238898" lvl="1">
              <a:lnSpc>
                <a:spcPts val="4204"/>
              </a:lnSpc>
              <a:buFont typeface="Arial"/>
              <a:buChar char="•"/>
            </a:pPr>
            <a:r>
              <a:rPr lang="en-US" sz="22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learn how LED patterns simulate real-world systems (like signals, indicators)</a:t>
            </a:r>
          </a:p>
          <a:p>
            <a:pPr algn="l" marL="477797" indent="-238898" lvl="1">
              <a:lnSpc>
                <a:spcPts val="4204"/>
              </a:lnSpc>
              <a:buFont typeface="Arial"/>
              <a:buChar char="•"/>
            </a:pPr>
            <a:r>
              <a:rPr lang="en-US" sz="22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develop a simple interactive system (Memory Matrix concept)</a:t>
            </a:r>
          </a:p>
          <a:p>
            <a:pPr algn="l" marL="477797" indent="-238898" lvl="1">
              <a:lnSpc>
                <a:spcPts val="4204"/>
              </a:lnSpc>
              <a:buFont typeface="Arial"/>
              <a:buChar char="•"/>
            </a:pPr>
            <a:r>
              <a:rPr lang="en-US" sz="22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improve logical thinking and pattern design skills</a:t>
            </a:r>
          </a:p>
          <a:p>
            <a:pPr algn="l" marL="477797" indent="-238898" lvl="1">
              <a:lnSpc>
                <a:spcPts val="4204"/>
              </a:lnSpc>
              <a:buFont typeface="Arial"/>
              <a:buChar char="•"/>
            </a:pPr>
            <a:r>
              <a:rPr lang="en-US" sz="22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gain hands-on experience with hardware + software integration</a:t>
            </a:r>
          </a:p>
          <a:p>
            <a:pPr algn="l" marL="477797" indent="-238898" lvl="1">
              <a:lnSpc>
                <a:spcPts val="4204"/>
              </a:lnSpc>
              <a:buFont typeface="Arial"/>
              <a:buChar char="•"/>
            </a:pPr>
            <a:r>
              <a:rPr lang="en-US" sz="22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explore how inputs (button/joystick) control outputs (LEDs)</a:t>
            </a:r>
          </a:p>
          <a:p>
            <a:pPr algn="l" marL="477797" indent="-238898" lvl="1">
              <a:lnSpc>
                <a:spcPts val="4204"/>
              </a:lnSpc>
              <a:buFont typeface="Arial"/>
              <a:buChar char="•"/>
            </a:pPr>
            <a:r>
              <a:rPr lang="en-US" sz="22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build a low-cost and beginner-friendly embedded system project</a:t>
            </a:r>
          </a:p>
          <a:p>
            <a:pPr algn="l" marL="477797" indent="-238898" lvl="1">
              <a:lnSpc>
                <a:spcPts val="4204"/>
              </a:lnSpc>
              <a:buFont typeface="Arial"/>
              <a:buChar char="•"/>
            </a:pPr>
            <a:r>
              <a:rPr lang="en-US" sz="22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understand the concept of memory-based pattern recognition (Memory Matrix)</a:t>
            </a:r>
          </a:p>
          <a:p>
            <a:pPr algn="l">
              <a:lnSpc>
                <a:spcPts val="309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736184"/>
            <a:ext cx="7315200" cy="2550816"/>
          </a:xfrm>
          <a:custGeom>
            <a:avLst/>
            <a:gdLst/>
            <a:ahLst/>
            <a:cxnLst/>
            <a:rect r="r" b="b" t="t" l="l"/>
            <a:pathLst>
              <a:path h="2550816" w="7315200">
                <a:moveTo>
                  <a:pt x="0" y="0"/>
                </a:moveTo>
                <a:lnTo>
                  <a:pt x="7315200" y="0"/>
                </a:lnTo>
                <a:lnTo>
                  <a:pt x="7315200" y="2550816"/>
                </a:lnTo>
                <a:lnTo>
                  <a:pt x="0" y="25508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808290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202785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597280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2975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557470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951965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1088818" y="0"/>
            <a:ext cx="7315200" cy="2550816"/>
          </a:xfrm>
          <a:custGeom>
            <a:avLst/>
            <a:gdLst/>
            <a:ahLst/>
            <a:cxnLst/>
            <a:rect r="r" b="b" t="t" l="l"/>
            <a:pathLst>
              <a:path h="2550816" w="7315200">
                <a:moveTo>
                  <a:pt x="7315200" y="2550816"/>
                </a:moveTo>
                <a:lnTo>
                  <a:pt x="0" y="25508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25508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066763" y="7099184"/>
            <a:ext cx="3851266" cy="2159116"/>
          </a:xfrm>
          <a:custGeom>
            <a:avLst/>
            <a:gdLst/>
            <a:ahLst/>
            <a:cxnLst/>
            <a:rect r="r" b="b" t="t" l="l"/>
            <a:pathLst>
              <a:path h="2159116" w="3851266">
                <a:moveTo>
                  <a:pt x="0" y="0"/>
                </a:moveTo>
                <a:lnTo>
                  <a:pt x="3851266" y="0"/>
                </a:lnTo>
                <a:lnTo>
                  <a:pt x="3851266" y="2159116"/>
                </a:lnTo>
                <a:lnTo>
                  <a:pt x="0" y="21591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834849" y="1618308"/>
            <a:ext cx="3657600" cy="2752344"/>
          </a:xfrm>
          <a:custGeom>
            <a:avLst/>
            <a:gdLst/>
            <a:ahLst/>
            <a:cxnLst/>
            <a:rect r="r" b="b" t="t" l="l"/>
            <a:pathLst>
              <a:path h="2752344" w="3657600">
                <a:moveTo>
                  <a:pt x="0" y="0"/>
                </a:moveTo>
                <a:lnTo>
                  <a:pt x="3657600" y="0"/>
                </a:lnTo>
                <a:lnTo>
                  <a:pt x="3657600" y="2752344"/>
                </a:lnTo>
                <a:lnTo>
                  <a:pt x="0" y="27523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528867" y="4909148"/>
            <a:ext cx="3389162" cy="1904286"/>
          </a:xfrm>
          <a:custGeom>
            <a:avLst/>
            <a:gdLst/>
            <a:ahLst/>
            <a:cxnLst/>
            <a:rect r="r" b="b" t="t" l="l"/>
            <a:pathLst>
              <a:path h="1904286" w="3389162">
                <a:moveTo>
                  <a:pt x="0" y="0"/>
                </a:moveTo>
                <a:lnTo>
                  <a:pt x="3389162" y="0"/>
                </a:lnTo>
                <a:lnTo>
                  <a:pt x="3389162" y="1904286"/>
                </a:lnTo>
                <a:lnTo>
                  <a:pt x="0" y="19042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635188" y="1189683"/>
            <a:ext cx="287464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</a:rPr>
              <a:t>WORKING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6847" y="2276933"/>
            <a:ext cx="9831254" cy="595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7140" indent="-238570" lvl="1">
              <a:lnSpc>
                <a:spcPts val="391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System is powered using USB supply</a:t>
            </a:r>
          </a:p>
          <a:p>
            <a:pPr algn="just" marL="477140" indent="-238570" lvl="1">
              <a:lnSpc>
                <a:spcPts val="391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Raspberry Pi Pico initializes GPIO pins</a:t>
            </a:r>
          </a:p>
          <a:p>
            <a:pPr algn="just" marL="477140" indent="-238570" lvl="1">
              <a:lnSpc>
                <a:spcPts val="391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LEDs are connected as output devices through resistors</a:t>
            </a:r>
          </a:p>
          <a:p>
            <a:pPr algn="just" marL="477140" indent="-238570" lvl="1">
              <a:lnSpc>
                <a:spcPts val="391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Program starts with a default LED pattern</a:t>
            </a:r>
          </a:p>
          <a:p>
            <a:pPr algn="just" marL="477140" indent="-238570" lvl="1">
              <a:lnSpc>
                <a:spcPts val="391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Microcontroller sends HIGH/LOW signals to control LEDs</a:t>
            </a:r>
          </a:p>
          <a:p>
            <a:pPr algn="just" marL="477140" indent="-238570" lvl="1">
              <a:lnSpc>
                <a:spcPts val="391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LEDs glow in specific sequences (patterns)</a:t>
            </a:r>
          </a:p>
          <a:p>
            <a:pPr algn="just" marL="477140" indent="-238570" lvl="1">
              <a:lnSpc>
                <a:spcPts val="391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User input (button/joystick) is read by the controller</a:t>
            </a:r>
          </a:p>
          <a:p>
            <a:pPr algn="just" marL="477140" indent="-238570" lvl="1">
              <a:lnSpc>
                <a:spcPts val="391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Based on input, pattern or speed changes</a:t>
            </a:r>
          </a:p>
          <a:p>
            <a:pPr algn="just" marL="477140" indent="-238570" lvl="1">
              <a:lnSpc>
                <a:spcPts val="391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Patterns repeat continuously in a loop</a:t>
            </a:r>
          </a:p>
          <a:p>
            <a:pPr algn="just" marL="477140" indent="-238570" lvl="1">
              <a:lnSpc>
                <a:spcPts val="391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 Memory Matrix mode, user observes and repeats LED sequence</a:t>
            </a:r>
          </a:p>
          <a:p>
            <a:pPr algn="just">
              <a:lnSpc>
                <a:spcPts val="440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736184"/>
            <a:ext cx="7315200" cy="2550816"/>
          </a:xfrm>
          <a:custGeom>
            <a:avLst/>
            <a:gdLst/>
            <a:ahLst/>
            <a:cxnLst/>
            <a:rect r="r" b="b" t="t" l="l"/>
            <a:pathLst>
              <a:path h="2550816" w="7315200">
                <a:moveTo>
                  <a:pt x="0" y="0"/>
                </a:moveTo>
                <a:lnTo>
                  <a:pt x="7315200" y="0"/>
                </a:lnTo>
                <a:lnTo>
                  <a:pt x="7315200" y="2550816"/>
                </a:lnTo>
                <a:lnTo>
                  <a:pt x="0" y="25508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808290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202785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597280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2975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557470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951965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1088818" y="0"/>
            <a:ext cx="7315200" cy="2550816"/>
          </a:xfrm>
          <a:custGeom>
            <a:avLst/>
            <a:gdLst/>
            <a:ahLst/>
            <a:cxnLst/>
            <a:rect r="r" b="b" t="t" l="l"/>
            <a:pathLst>
              <a:path h="2550816" w="7315200">
                <a:moveTo>
                  <a:pt x="7315200" y="2550816"/>
                </a:moveTo>
                <a:lnTo>
                  <a:pt x="0" y="25508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25508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10790" y="2998933"/>
            <a:ext cx="10610798" cy="550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7140" indent="-238570" lvl="1">
              <a:lnSpc>
                <a:spcPts val="4110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Difficulty in understanding GPIO pin configuration</a:t>
            </a:r>
          </a:p>
          <a:p>
            <a:pPr algn="l" marL="477140" indent="-238570" lvl="1">
              <a:lnSpc>
                <a:spcPts val="4110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Managing correct wiring on breadboard (loose/incorrect connections)</a:t>
            </a:r>
          </a:p>
          <a:p>
            <a:pPr algn="l" marL="477140" indent="-238570" lvl="1">
              <a:lnSpc>
                <a:spcPts val="4110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Ensuring proper current limiting for LEDs (resistor selection)</a:t>
            </a:r>
          </a:p>
          <a:p>
            <a:pPr algn="l" marL="477140" indent="-238570" lvl="1">
              <a:lnSpc>
                <a:spcPts val="4110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Creating accurate timing delays for smooth LED patterns</a:t>
            </a:r>
          </a:p>
          <a:p>
            <a:pPr algn="l" marL="477140" indent="-238570" lvl="1">
              <a:lnSpc>
                <a:spcPts val="4110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Debugging wrong or unexpected LED sequences</a:t>
            </a:r>
          </a:p>
          <a:p>
            <a:pPr algn="l" marL="477140" indent="-238570" lvl="1">
              <a:lnSpc>
                <a:spcPts val="4110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Handling multiple LEDs simultaneously</a:t>
            </a:r>
          </a:p>
          <a:p>
            <a:pPr algn="l" marL="477140" indent="-238570" lvl="1">
              <a:lnSpc>
                <a:spcPts val="4110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Integrating input devices (button/joystick) with output</a:t>
            </a:r>
          </a:p>
          <a:p>
            <a:pPr algn="l" marL="477140" indent="-238570" lvl="1">
              <a:lnSpc>
                <a:spcPts val="4110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Voltage reading for Joystick was 5.5 V but it operates on 3.3 V</a:t>
            </a:r>
          </a:p>
          <a:p>
            <a:pPr algn="l" marL="477140" indent="-238570" lvl="1">
              <a:lnSpc>
                <a:spcPts val="4110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LCD was not working even it was connected with ESP32</a:t>
            </a:r>
          </a:p>
          <a:p>
            <a:pPr algn="ctr">
              <a:lnSpc>
                <a:spcPts val="2677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802919" y="1515371"/>
            <a:ext cx="672557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</a:rPr>
              <a:t>CHALLENGES FACED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736184"/>
            <a:ext cx="7315200" cy="2550816"/>
          </a:xfrm>
          <a:custGeom>
            <a:avLst/>
            <a:gdLst/>
            <a:ahLst/>
            <a:cxnLst/>
            <a:rect r="r" b="b" t="t" l="l"/>
            <a:pathLst>
              <a:path h="2550816" w="7315200">
                <a:moveTo>
                  <a:pt x="0" y="0"/>
                </a:moveTo>
                <a:lnTo>
                  <a:pt x="7315200" y="0"/>
                </a:lnTo>
                <a:lnTo>
                  <a:pt x="7315200" y="2550816"/>
                </a:lnTo>
                <a:lnTo>
                  <a:pt x="0" y="25508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808290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202785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5972808" y="791105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2975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557470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9519657" y="-1569008"/>
            <a:ext cx="685435" cy="3944950"/>
          </a:xfrm>
          <a:custGeom>
            <a:avLst/>
            <a:gdLst/>
            <a:ahLst/>
            <a:cxnLst/>
            <a:rect r="r" b="b" t="t" l="l"/>
            <a:pathLst>
              <a:path h="3944950" w="685435">
                <a:moveTo>
                  <a:pt x="0" y="0"/>
                </a:moveTo>
                <a:lnTo>
                  <a:pt x="685435" y="0"/>
                </a:lnTo>
                <a:lnTo>
                  <a:pt x="685435" y="3944950"/>
                </a:lnTo>
                <a:lnTo>
                  <a:pt x="0" y="394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1088818" y="0"/>
            <a:ext cx="7315200" cy="2550816"/>
          </a:xfrm>
          <a:custGeom>
            <a:avLst/>
            <a:gdLst/>
            <a:ahLst/>
            <a:cxnLst/>
            <a:rect r="r" b="b" t="t" l="l"/>
            <a:pathLst>
              <a:path h="2550816" w="7315200">
                <a:moveTo>
                  <a:pt x="7315200" y="2550816"/>
                </a:moveTo>
                <a:lnTo>
                  <a:pt x="0" y="25508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25508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46480" y="1779291"/>
            <a:ext cx="1128683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</a:rPr>
              <a:t>RESULTS OF USING OUR PRODUCT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79728" y="3087192"/>
            <a:ext cx="11341876" cy="521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7140" indent="-238570" lvl="1">
              <a:lnSpc>
                <a:spcPts val="422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LEDs successfully displayed random light patterns</a:t>
            </a:r>
          </a:p>
          <a:p>
            <a:pPr algn="l" marL="477140" indent="-238570" lvl="1">
              <a:lnSpc>
                <a:spcPts val="422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Users were able to observe and memorize sequences</a:t>
            </a:r>
          </a:p>
          <a:p>
            <a:pPr algn="l" marL="477140" indent="-238570" lvl="1">
              <a:lnSpc>
                <a:spcPts val="422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Most users could repeat short patterns easily</a:t>
            </a:r>
          </a:p>
          <a:p>
            <a:pPr algn="l" marL="477140" indent="-238570" lvl="1">
              <a:lnSpc>
                <a:spcPts val="422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Difficulty increased as pattern length increased</a:t>
            </a:r>
          </a:p>
          <a:p>
            <a:pPr algn="l" marL="477140" indent="-238570" lvl="1">
              <a:lnSpc>
                <a:spcPts val="422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Improved memory and concentration skills of users</a:t>
            </a:r>
          </a:p>
          <a:p>
            <a:pPr algn="l" marL="477140" indent="-238570" lvl="1">
              <a:lnSpc>
                <a:spcPts val="422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System responded correctly to user inputs</a:t>
            </a:r>
          </a:p>
          <a:p>
            <a:pPr algn="l" marL="477140" indent="-238570" lvl="1">
              <a:lnSpc>
                <a:spcPts val="422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LED patterns were smooth and clearly visible</a:t>
            </a:r>
          </a:p>
          <a:p>
            <a:pPr algn="l" marL="477140" indent="-238570" lvl="1">
              <a:lnSpc>
                <a:spcPts val="422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Game was interactive and engaging</a:t>
            </a:r>
          </a:p>
          <a:p>
            <a:pPr algn="l" marL="477140" indent="-238570" lvl="1">
              <a:lnSpc>
                <a:spcPts val="4221"/>
              </a:lnSpc>
              <a:buFont typeface="Arial"/>
              <a:buChar char="•"/>
            </a:pPr>
            <a:r>
              <a:rPr lang="en-US" sz="22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Achieved objective of testing memory using LED sequences</a:t>
            </a:r>
          </a:p>
          <a:p>
            <a:pPr algn="ctr">
              <a:lnSpc>
                <a:spcPts val="309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DAHHf9zhKrg</dc:identifier>
  <dcterms:modified xsi:type="dcterms:W3CDTF">2011-08-01T06:04:30Z</dcterms:modified>
  <cp:revision>1</cp:revision>
  <dc:title>Memory matrix presentation</dc:title>
</cp:coreProperties>
</file>